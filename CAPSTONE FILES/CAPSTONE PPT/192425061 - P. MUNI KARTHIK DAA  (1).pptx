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69" r:id="rId3"/>
    <p:sldId id="259" r:id="rId4"/>
    <p:sldId id="260" r:id="rId5"/>
    <p:sldId id="261" r:id="rId6"/>
    <p:sldId id="262" r:id="rId7"/>
    <p:sldId id="270" r:id="rId8"/>
    <p:sldId id="265" r:id="rId9"/>
    <p:sldId id="263" r:id="rId10"/>
    <p:sldId id="258" r:id="rId11"/>
    <p:sldId id="257" r:id="rId12"/>
    <p:sldId id="264" r:id="rId13"/>
    <p:sldId id="266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90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227859-6005-4A9E-AE12-57BD2CAB34AE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A47168-C5F8-4E73-9711-4742F823B4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6817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A47168-C5F8-4E73-9711-4742F823B425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3224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52F84-139B-88CD-1732-8487F7D7A8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805CE2-D974-6D77-6397-838B4F7808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D0C726-19E3-8882-6DB4-DFAF37ED5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B7945-62EE-4680-8763-0186CE010E5C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68A28-C13F-CA39-1EAF-87E3AD531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FA4855-F6C9-C95F-3E11-41568C124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5C72E-7328-4312-BEF6-C6C161B012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5547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8FF5D-FBF8-DF79-9E31-9839ADD60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5162D-6CB5-2FFC-7203-FB45DE7874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C7676-3464-EFF8-6DE1-7EEED5A19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B7945-62EE-4680-8763-0186CE010E5C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C80EB8-E5B1-8224-08C9-F9A2748BD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FB52E-4B24-CA6B-5D27-B08E4E743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5C72E-7328-4312-BEF6-C6C161B012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4307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1E096-7ACE-DB68-C5E8-A403876A5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59F6EF-0FD5-6C1F-705E-D00C32F3FC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5272F-0455-D619-888E-D7E8B97C0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B7945-62EE-4680-8763-0186CE010E5C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0A981-D4D3-04B6-D699-89B2044FA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EA3963-65B5-BDEE-A9DD-B2135EDA4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5C72E-7328-4312-BEF6-C6C161B012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9092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2227D-65C7-AC87-06C7-788200DA3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F1CC4-895B-5316-5226-B0264B123F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67C501-72AC-66CB-843D-C6D8EF84B6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F423FA-3618-718C-24B1-D5B02E137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B7945-62EE-4680-8763-0186CE010E5C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87AAC7-C737-4A91-92D5-70CCD8D71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B0BCF0-C45E-59EE-E694-4BA7F382E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5C72E-7328-4312-BEF6-C6C161B012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4607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0F6F0-8891-3460-F35B-DEBF518BA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B7D135-2DE4-CA21-D563-0B07F21398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657CE6-FD38-4B7B-AA05-E6C0E2ED49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7A4A3B-E8BB-7FBC-76AE-1A716E454C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6FE84A-7B32-A853-ECD1-1B5AC287FF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A51D4B-482F-5A0A-3E1A-51C10E659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B7945-62EE-4680-8763-0186CE010E5C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F241C1-8B63-591E-3B30-030EDE5E2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3CFB3C-869E-A05D-1126-6C17D0CC3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5C72E-7328-4312-BEF6-C6C161B012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8835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2514A-AEF4-070A-9BB1-E688E951F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5760E6-9F04-1D90-2562-AE2FC9100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B7945-62EE-4680-8763-0186CE010E5C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3EC485-9B74-DC66-776D-68FEB2D0A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11CA22-43A3-C272-FBAB-BF69AB96B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5C72E-7328-4312-BEF6-C6C161B012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8616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AF7E96-086A-DED7-A5E2-2AB688AF3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B7945-62EE-4680-8763-0186CE010E5C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CF0EB7-3F5F-4644-32F2-8DFAA97AB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64C475-7B98-78AC-B511-16ABD177F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5C72E-7328-4312-BEF6-C6C161B012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0234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36DBD-7F0E-69A2-AD35-57E0CB121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0D937-2CB9-E0AB-3755-889200AA7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562A17-334E-FFCB-C8BC-16C7FC33C2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F91DA4-4AFD-DB33-4057-67422CA26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B7945-62EE-4680-8763-0186CE010E5C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DCC646-4318-517A-FF9D-FDAB41F7A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97A6EF-736A-EED4-85CA-F3CF7E876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5C72E-7328-4312-BEF6-C6C161B012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3155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9077F-B54D-01AC-C41D-FA76A132F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2D29FE-90A7-B4BA-5BAC-3157B34D9C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EC00E2-7448-E117-5D1A-2AB565A734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AB0D9B-4CD8-EEC6-ED31-453D4D193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B7945-62EE-4680-8763-0186CE010E5C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9560E8-E49C-7CB4-3F8F-56B19E5B4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364E68-EE33-295F-6C85-F0852E84F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5C72E-7328-4312-BEF6-C6C161B012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4672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FAFE2-E2E4-F04F-BE44-A7615082A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3D5EBC-C4BD-9C7A-8EA5-8AF98929AC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E6B11-660E-23D9-D9AB-AA43BA7E4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B7945-62EE-4680-8763-0186CE010E5C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ABB683-FA5F-BB33-71A4-137B69B46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390C7A-FE01-6DB1-4196-3D9257EE7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5C72E-7328-4312-BEF6-C6C161B012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989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A17F6F-6607-2847-8FD1-F853AE5FAD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C9E5BA-F921-D3D2-2F07-1C02C988CF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7C9CD1-3CAA-34B3-0E9D-30FE2FFA4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B7945-62EE-4680-8763-0186CE010E5C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3D65B-CCB9-4D93-90D3-D4A13C810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DB0F7-BC9A-7EDA-D703-A72A78AEB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5C72E-7328-4312-BEF6-C6C161B012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307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C1D3A3-16C0-0BAA-2EF2-DDF42B209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6CEF2A-79AB-9401-4E21-75A79DA965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E238C-07EC-ADCA-6AB9-6FBE7DBFAC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1B7945-62EE-4680-8763-0186CE010E5C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E2F83-D822-FD04-99AD-E72EE578F5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177AF-47F1-B3ED-342C-B5970AE8EE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35C72E-7328-4312-BEF6-C6C161B012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596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7">
            <a:extLst>
              <a:ext uri="{FF2B5EF4-FFF2-40B4-BE49-F238E27FC236}">
                <a16:creationId xmlns:a16="http://schemas.microsoft.com/office/drawing/2014/main" id="{A4A742C4-1EB4-3044-45D7-FB9E1DB687E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19259" y="405294"/>
            <a:ext cx="6313932" cy="845525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FE6D23AD-666B-BD03-C3FE-08AC729FB8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91" r="33610"/>
          <a:stretch>
            <a:fillRect/>
          </a:stretch>
        </p:blipFill>
        <p:spPr bwMode="auto">
          <a:xfrm>
            <a:off x="10900833" y="335757"/>
            <a:ext cx="905933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169C7491-8837-338B-C1EF-7D5AF0B92D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818" b="11266"/>
          <a:stretch>
            <a:fillRect/>
          </a:stretch>
        </p:blipFill>
        <p:spPr bwMode="auto">
          <a:xfrm>
            <a:off x="592666" y="407459"/>
            <a:ext cx="698500" cy="659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D158D58-0C31-F63B-15D0-C5B082351FAE}"/>
              </a:ext>
            </a:extLst>
          </p:cNvPr>
          <p:cNvSpPr txBox="1"/>
          <p:nvPr/>
        </p:nvSpPr>
        <p:spPr>
          <a:xfrm>
            <a:off x="592666" y="2437100"/>
            <a:ext cx="11214100" cy="139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ROUTE OPTIMIZATION USING DIJKSTRA’S ALGORITHM FOR INTELLIGENT NAVIGATION SYSTEMS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F713B3-3F55-A6B1-E3C7-857342C73F9E}"/>
              </a:ext>
            </a:extLst>
          </p:cNvPr>
          <p:cNvSpPr txBox="1"/>
          <p:nvPr/>
        </p:nvSpPr>
        <p:spPr>
          <a:xfrm>
            <a:off x="327553" y="4546470"/>
            <a:ext cx="3174075" cy="2258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Supervision :</a:t>
            </a:r>
          </a:p>
          <a:p>
            <a:pPr>
              <a:lnSpc>
                <a:spcPct val="150000"/>
              </a:lnSpc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Manikavelan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18A034-CBA5-F010-7DA1-8C5BED68CF4B}"/>
              </a:ext>
            </a:extLst>
          </p:cNvPr>
          <p:cNvSpPr txBox="1"/>
          <p:nvPr/>
        </p:nvSpPr>
        <p:spPr>
          <a:xfrm>
            <a:off x="8467064" y="4546470"/>
            <a:ext cx="3339702" cy="1750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algn="ctr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Muni Karthik (192425061)</a:t>
            </a:r>
          </a:p>
          <a:p>
            <a:pPr algn="ctr"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Chamakuri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Sriram (192372279)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Kesava Reddy (192525088)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3A1F82-2F43-3591-93E9-B5B7C81D172D}"/>
              </a:ext>
            </a:extLst>
          </p:cNvPr>
          <p:cNvSpPr txBox="1"/>
          <p:nvPr/>
        </p:nvSpPr>
        <p:spPr>
          <a:xfrm>
            <a:off x="1492381" y="1393124"/>
            <a:ext cx="998339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3000" b="1" i="0" dirty="0">
                <a:solidFill>
                  <a:srgbClr val="11182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CSA0622 - DESIGN AND ANALYSIS OF ALGORITHMS</a:t>
            </a:r>
          </a:p>
        </p:txBody>
      </p:sp>
    </p:spTree>
    <p:extLst>
      <p:ext uri="{BB962C8B-B14F-4D97-AF65-F5344CB8AC3E}">
        <p14:creationId xmlns:p14="http://schemas.microsoft.com/office/powerpoint/2010/main" val="2511770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4101B6-94F5-E5AF-5715-E724BBEAE177}"/>
              </a:ext>
            </a:extLst>
          </p:cNvPr>
          <p:cNvSpPr txBox="1"/>
          <p:nvPr/>
        </p:nvSpPr>
        <p:spPr>
          <a:xfrm>
            <a:off x="3048000" y="37413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294E819B-44B8-0EE3-FDF2-92DBEF9ED8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818" b="11266"/>
          <a:stretch>
            <a:fillRect/>
          </a:stretch>
        </p:blipFill>
        <p:spPr bwMode="auto">
          <a:xfrm>
            <a:off x="592666" y="407459"/>
            <a:ext cx="698500" cy="659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116D1DDB-B158-380F-B91A-3181BF84D9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91" r="33610"/>
          <a:stretch>
            <a:fillRect/>
          </a:stretch>
        </p:blipFill>
        <p:spPr bwMode="auto">
          <a:xfrm>
            <a:off x="10900833" y="335757"/>
            <a:ext cx="905933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001DB682-148F-E6DC-E72E-8F8641D2DC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733" y="1340681"/>
            <a:ext cx="10786534" cy="51098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Navigation systems need efficient methods to identify the best route between two locations.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models a road network as a weighted graph, where locations represent vertices and roads represent weighted edges.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Dijkstra’s Algorithm is used to determine the shortest path between a given source and destination.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algorithm uses a greedy approach to repeatedly select the location with the smallest known distance.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priority queue is used to improve the efficiency of selecting the next location for processing. </a:t>
            </a:r>
          </a:p>
        </p:txBody>
      </p:sp>
    </p:spTree>
    <p:extLst>
      <p:ext uri="{BB962C8B-B14F-4D97-AF65-F5344CB8AC3E}">
        <p14:creationId xmlns:p14="http://schemas.microsoft.com/office/powerpoint/2010/main" val="1909094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38091CD7-7D98-057A-6186-5554749BC0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818" b="11266"/>
          <a:stretch>
            <a:fillRect/>
          </a:stretch>
        </p:blipFill>
        <p:spPr bwMode="auto">
          <a:xfrm>
            <a:off x="592666" y="407459"/>
            <a:ext cx="698500" cy="659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3C321D48-A9D8-EE9C-7788-07A0EBF3D2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91" r="33610"/>
          <a:stretch>
            <a:fillRect/>
          </a:stretch>
        </p:blipFill>
        <p:spPr bwMode="auto">
          <a:xfrm>
            <a:off x="10900833" y="335757"/>
            <a:ext cx="905933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51D2CA0-E051-B7F1-6E9F-DA069C13818C}"/>
              </a:ext>
            </a:extLst>
          </p:cNvPr>
          <p:cNvSpPr txBox="1"/>
          <p:nvPr/>
        </p:nvSpPr>
        <p:spPr>
          <a:xfrm>
            <a:off x="3049190" y="407459"/>
            <a:ext cx="60936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55DA55AF-B4A5-676E-F9ED-7303EF66EC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1916" y="1531921"/>
            <a:ext cx="10657418" cy="4094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Navigation systems help users travel efficiently between different locations.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road network can be represented mathematically using a graph.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Locations are represented as vertices or nodes in the graph.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Roads connecting locations are represented as edges.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Distance or travel cost is assigned as a weight to each edge.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system needs to determine the route having the minimum total cost.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Dijkstra’s Algorithm provides an efficient solution for this shortest-path problem. </a:t>
            </a:r>
          </a:p>
        </p:txBody>
      </p:sp>
    </p:spTree>
    <p:extLst>
      <p:ext uri="{BB962C8B-B14F-4D97-AF65-F5344CB8AC3E}">
        <p14:creationId xmlns:p14="http://schemas.microsoft.com/office/powerpoint/2010/main" val="1561392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AC5AE4D1-A726-5DD4-A61C-F0BE30E52C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818" b="11266"/>
          <a:stretch>
            <a:fillRect/>
          </a:stretch>
        </p:blipFill>
        <p:spPr bwMode="auto">
          <a:xfrm>
            <a:off x="592666" y="407459"/>
            <a:ext cx="698500" cy="659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82B7FB1F-C574-6522-03E4-4EB3136F39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91" r="33610"/>
          <a:stretch>
            <a:fillRect/>
          </a:stretch>
        </p:blipFill>
        <p:spPr bwMode="auto">
          <a:xfrm>
            <a:off x="10900833" y="335757"/>
            <a:ext cx="905933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71BE598-77E2-7F96-322E-1FA2A8B8418E}"/>
              </a:ext>
            </a:extLst>
          </p:cNvPr>
          <p:cNvSpPr txBox="1"/>
          <p:nvPr/>
        </p:nvSpPr>
        <p:spPr>
          <a:xfrm>
            <a:off x="2918223" y="481936"/>
            <a:ext cx="60936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0CFD234E-84B0-7CA8-9513-ECBD8385B9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1916" y="1597227"/>
            <a:ext cx="9801226" cy="4094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navigation network contains multiple locations connected by different roads.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Each road has an associated distance, travel time, or cost.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There may be multiple possible routes between the source and destination.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Manually comparing every possible route becomes inefficient as the network grows.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system must identify the route with the minimum total weight.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source location and destination location are provided as inputs.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Dijkstra’s Algorithm processes the network to determine the shortest path. </a:t>
            </a:r>
          </a:p>
        </p:txBody>
      </p:sp>
    </p:spTree>
    <p:extLst>
      <p:ext uri="{BB962C8B-B14F-4D97-AF65-F5344CB8AC3E}">
        <p14:creationId xmlns:p14="http://schemas.microsoft.com/office/powerpoint/2010/main" val="501098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F263B616-21BD-E85A-96A1-45B4DFB15C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818" b="11266"/>
          <a:stretch>
            <a:fillRect/>
          </a:stretch>
        </p:blipFill>
        <p:spPr bwMode="auto">
          <a:xfrm>
            <a:off x="592666" y="407459"/>
            <a:ext cx="698500" cy="659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8E7B6548-1B9B-17C6-D628-C19E6B5FFE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91" r="33610"/>
          <a:stretch>
            <a:fillRect/>
          </a:stretch>
        </p:blipFill>
        <p:spPr bwMode="auto">
          <a:xfrm>
            <a:off x="10900833" y="335757"/>
            <a:ext cx="905933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A157354-54E9-31F3-A891-C668283CD0EB}"/>
              </a:ext>
            </a:extLst>
          </p:cNvPr>
          <p:cNvSpPr txBox="1"/>
          <p:nvPr/>
        </p:nvSpPr>
        <p:spPr>
          <a:xfrm>
            <a:off x="3049190" y="300303"/>
            <a:ext cx="60936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7647F3D2-5B8D-0183-D381-32B77F02D7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1916" y="1381901"/>
            <a:ext cx="9194272" cy="4094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understand the shortest-path problem in graph theory.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represent a real-world road network using a weighted graph.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implement Dijkstra’s Algorithm for route optimization.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determine the shortest route between a given source and destination.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calculate the minimum total distance or travel cost.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use appropriate data structures such as adjacency lists and priority queues.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analyze the time and space complexity of the algorithm. </a:t>
            </a:r>
          </a:p>
        </p:txBody>
      </p:sp>
    </p:spTree>
    <p:extLst>
      <p:ext uri="{BB962C8B-B14F-4D97-AF65-F5344CB8AC3E}">
        <p14:creationId xmlns:p14="http://schemas.microsoft.com/office/powerpoint/2010/main" val="1060248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F75DE668-BD1D-69D6-EF83-0FCF87A51A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818" b="11266"/>
          <a:stretch>
            <a:fillRect/>
          </a:stretch>
        </p:blipFill>
        <p:spPr bwMode="auto">
          <a:xfrm>
            <a:off x="592666" y="407459"/>
            <a:ext cx="698500" cy="659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337DBDA4-6BD4-B42B-74A0-BECADD46D2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91" r="33610"/>
          <a:stretch>
            <a:fillRect/>
          </a:stretch>
        </p:blipFill>
        <p:spPr bwMode="auto">
          <a:xfrm>
            <a:off x="10900833" y="335757"/>
            <a:ext cx="905933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3DCE39B-6B54-372F-6300-3AF16D7C5EB1}"/>
              </a:ext>
            </a:extLst>
          </p:cNvPr>
          <p:cNvSpPr txBox="1"/>
          <p:nvPr/>
        </p:nvSpPr>
        <p:spPr>
          <a:xfrm>
            <a:off x="2704504" y="407459"/>
            <a:ext cx="67829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DIJKSTRA’S ALGORITHM?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078CD7DF-00AF-1141-CD88-6581AD9D45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1916" y="1553352"/>
            <a:ext cx="10101263" cy="4094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Our project is fundamentally a shortest-path problem.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Navigation networks naturally form weighted graphs.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Road distances and travel costs are normally non-negative.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Dijkstra’s Algorithm is specifically designed for this type of problem.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It uses a greedy approach to select the closest unvisited vertex.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It efficiently calculates minimum distances from a source vertex.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priority queue can improve its efficiency for large graphs. </a:t>
            </a:r>
          </a:p>
        </p:txBody>
      </p:sp>
    </p:spTree>
    <p:extLst>
      <p:ext uri="{BB962C8B-B14F-4D97-AF65-F5344CB8AC3E}">
        <p14:creationId xmlns:p14="http://schemas.microsoft.com/office/powerpoint/2010/main" val="320277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47EA25C3-9B46-048C-DCD0-AAFB1E49A7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818" b="11266"/>
          <a:stretch>
            <a:fillRect/>
          </a:stretch>
        </p:blipFill>
        <p:spPr bwMode="auto">
          <a:xfrm>
            <a:off x="592666" y="407459"/>
            <a:ext cx="698500" cy="659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E2F0E353-58D3-8DA4-A15E-168EC08441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91" r="33610"/>
          <a:stretch>
            <a:fillRect/>
          </a:stretch>
        </p:blipFill>
        <p:spPr bwMode="auto">
          <a:xfrm>
            <a:off x="10900833" y="335757"/>
            <a:ext cx="905933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59FFDA2-E944-E1C3-5929-6C199DC471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6638" y="995009"/>
            <a:ext cx="9698724" cy="5455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12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F9A3C370-8865-D291-EC96-C5FA92E9D9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818" b="11266"/>
          <a:stretch>
            <a:fillRect/>
          </a:stretch>
        </p:blipFill>
        <p:spPr bwMode="auto">
          <a:xfrm>
            <a:off x="592666" y="407459"/>
            <a:ext cx="698500" cy="659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48BEA483-2A7F-F3C8-7C71-68F0F28755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91" r="33610"/>
          <a:stretch>
            <a:fillRect/>
          </a:stretch>
        </p:blipFill>
        <p:spPr bwMode="auto">
          <a:xfrm>
            <a:off x="10900833" y="335757"/>
            <a:ext cx="905933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EDBE94-AE03-2E2F-F02C-2E4063EC17B2}"/>
              </a:ext>
            </a:extLst>
          </p:cNvPr>
          <p:cNvSpPr txBox="1"/>
          <p:nvPr/>
        </p:nvSpPr>
        <p:spPr>
          <a:xfrm>
            <a:off x="3049190" y="444697"/>
            <a:ext cx="60936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</a:p>
        </p:txBody>
      </p:sp>
      <p:sp>
        <p:nvSpPr>
          <p:cNvPr id="8" name="AutoShape 2" descr="Generated image: Smart Route Optimization Architecture">
            <a:extLst>
              <a:ext uri="{FF2B5EF4-FFF2-40B4-BE49-F238E27FC236}">
                <a16:creationId xmlns:a16="http://schemas.microsoft.com/office/drawing/2014/main" id="{C6A812C8-4A2B-A435-C5C3-5459385AB7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973D573-C396-A011-0BA5-48866FE69F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5956" y="1163924"/>
            <a:ext cx="8624887" cy="5249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470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E35D8E4F-7D72-0164-BA8A-3DA7D76FB4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818" b="11266"/>
          <a:stretch>
            <a:fillRect/>
          </a:stretch>
        </p:blipFill>
        <p:spPr bwMode="auto">
          <a:xfrm>
            <a:off x="592666" y="407459"/>
            <a:ext cx="698500" cy="659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0D138AAD-0DA3-73DB-1464-4D189516E8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91" r="33610"/>
          <a:stretch>
            <a:fillRect/>
          </a:stretch>
        </p:blipFill>
        <p:spPr bwMode="auto">
          <a:xfrm>
            <a:off x="10900833" y="335757"/>
            <a:ext cx="905933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DC0B366-6D1D-51A1-4B90-6279C7ED8596}"/>
              </a:ext>
            </a:extLst>
          </p:cNvPr>
          <p:cNvSpPr txBox="1"/>
          <p:nvPr/>
        </p:nvSpPr>
        <p:spPr>
          <a:xfrm>
            <a:off x="1932979" y="335757"/>
            <a:ext cx="83260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— NAVIGATION NETWORK &amp; GRAPH MODELING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149330-6A47-4ED6-7683-422466A1CB62}"/>
              </a:ext>
            </a:extLst>
          </p:cNvPr>
          <p:cNvSpPr txBox="1"/>
          <p:nvPr/>
        </p:nvSpPr>
        <p:spPr>
          <a:xfrm>
            <a:off x="941916" y="1719924"/>
            <a:ext cx="6967009" cy="4602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this module does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the list of locations. 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vertices for each location. 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edges representing roads. 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Assigns distance/cost to each road. 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the graph using an adjacency list. 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Accepts source and destination locations. 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Validates whether the requested locations and roads exist. 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the graph to the Dijkstra module.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48AAAC7-E33D-F1DC-C9DB-3045690367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0975" y="1859019"/>
            <a:ext cx="3899958" cy="4663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665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568C6-4090-D218-5170-AD5B4041D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0FB5EFF5-097A-7E89-F152-6309DCA97F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91" r="33610"/>
          <a:stretch>
            <a:fillRect/>
          </a:stretch>
        </p:blipFill>
        <p:spPr bwMode="auto">
          <a:xfrm>
            <a:off x="10900833" y="335757"/>
            <a:ext cx="905933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153E6995-4B7E-07C8-6D72-6807B228BC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818" b="11266"/>
          <a:stretch>
            <a:fillRect/>
          </a:stretch>
        </p:blipFill>
        <p:spPr bwMode="auto">
          <a:xfrm>
            <a:off x="592666" y="407459"/>
            <a:ext cx="698500" cy="659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4C885F-F0FC-DB9F-DCCC-55C8ADA532DC}"/>
              </a:ext>
            </a:extLst>
          </p:cNvPr>
          <p:cNvSpPr txBox="1"/>
          <p:nvPr/>
        </p:nvSpPr>
        <p:spPr>
          <a:xfrm>
            <a:off x="1897261" y="328614"/>
            <a:ext cx="839747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— DIJKSTRA SHORTEST PATH ENGINE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85BC7B-3452-9E5F-A8BF-7F3DDAD1FD70}"/>
              </a:ext>
            </a:extLst>
          </p:cNvPr>
          <p:cNvSpPr txBox="1"/>
          <p:nvPr/>
        </p:nvSpPr>
        <p:spPr>
          <a:xfrm>
            <a:off x="238851" y="1848512"/>
            <a:ext cx="8111728" cy="4602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this module does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Receives the weighted graph from Module 1. 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Initializes the distance of every vertex. 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Sets source distance to 0. 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priority queue/min-heap. 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Selects the vertex with minimum tentative distance. 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edge relaxation. 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Updates shorter distances. 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the previous vertex for path reconstruction.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89F85B6-267E-49D8-CCA7-F6808E6C28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4837" y="1678516"/>
            <a:ext cx="5548312" cy="477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3915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24995AE0-F169-6351-4460-C8C14D41B7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818" b="11266"/>
          <a:stretch>
            <a:fillRect/>
          </a:stretch>
        </p:blipFill>
        <p:spPr bwMode="auto">
          <a:xfrm>
            <a:off x="592666" y="407459"/>
            <a:ext cx="698500" cy="659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032731DE-B0A5-A800-25D6-AEB5DF1664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91" r="33610"/>
          <a:stretch>
            <a:fillRect/>
          </a:stretch>
        </p:blipFill>
        <p:spPr bwMode="auto">
          <a:xfrm>
            <a:off x="10900833" y="335757"/>
            <a:ext cx="905933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EBD7A27-F254-F43E-C740-2CA4CA0FDB8C}"/>
              </a:ext>
            </a:extLst>
          </p:cNvPr>
          <p:cNvSpPr txBox="1"/>
          <p:nvPr/>
        </p:nvSpPr>
        <p:spPr>
          <a:xfrm>
            <a:off x="1523140" y="198476"/>
            <a:ext cx="9145719" cy="1481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— ROUTE RECONSTRUCTION, OPTIMIZATION &amp; PERFORMANCE ANALYSIS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C8F578-AC04-C685-56E6-34B12A1FF8E2}"/>
              </a:ext>
            </a:extLst>
          </p:cNvPr>
          <p:cNvSpPr txBox="1"/>
          <p:nvPr/>
        </p:nvSpPr>
        <p:spPr>
          <a:xfrm>
            <a:off x="143404" y="1809414"/>
            <a:ext cx="6772275" cy="4602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this module does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Reconstructs the actual route using the previous array/dictionary. 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the source and destination. 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the selected route. 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the total distance/cost. 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possible routes where appropriate. 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execution time for different graph sizes. 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Analyzes time and space complexity.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7DDF36B-A618-5C25-7EC9-EBE5FA2FAC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679" y="1760136"/>
            <a:ext cx="4891087" cy="470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6119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ABB2E048-09CF-7B1B-37DC-2034BF1610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818" b="11266"/>
          <a:stretch>
            <a:fillRect/>
          </a:stretch>
        </p:blipFill>
        <p:spPr bwMode="auto">
          <a:xfrm>
            <a:off x="592666" y="407459"/>
            <a:ext cx="698500" cy="659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1A4C96B2-C8B2-CA31-90EB-BA07976FB0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91" r="33610"/>
          <a:stretch>
            <a:fillRect/>
          </a:stretch>
        </p:blipFill>
        <p:spPr bwMode="auto">
          <a:xfrm>
            <a:off x="10900833" y="335757"/>
            <a:ext cx="905933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AC7A6F1-54B8-3114-5CD1-0D8081EED0F8}"/>
              </a:ext>
            </a:extLst>
          </p:cNvPr>
          <p:cNvSpPr txBox="1"/>
          <p:nvPr/>
        </p:nvSpPr>
        <p:spPr>
          <a:xfrm>
            <a:off x="2103835" y="407459"/>
            <a:ext cx="91451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DIJKSTRA ALGORITHM / PSEUDOCODE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E76C3F4-4E9D-E249-305B-D4F22D6A41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3591" y="1385526"/>
            <a:ext cx="7116168" cy="5172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6113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E599CF66-378C-7782-B6E9-DB1DC189E8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818" b="11266"/>
          <a:stretch>
            <a:fillRect/>
          </a:stretch>
        </p:blipFill>
        <p:spPr bwMode="auto">
          <a:xfrm>
            <a:off x="592666" y="407459"/>
            <a:ext cx="698500" cy="659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E1EE7D93-03AF-C634-A96B-E8A7C8256B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91" r="33610"/>
          <a:stretch>
            <a:fillRect/>
          </a:stretch>
        </p:blipFill>
        <p:spPr bwMode="auto">
          <a:xfrm>
            <a:off x="10900833" y="335757"/>
            <a:ext cx="905933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000C104-15EA-5241-780E-F493448FF18A}"/>
              </a:ext>
            </a:extLst>
          </p:cNvPr>
          <p:cNvSpPr txBox="1"/>
          <p:nvPr/>
        </p:nvSpPr>
        <p:spPr>
          <a:xfrm>
            <a:off x="3049190" y="335757"/>
            <a:ext cx="60936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EE3401-8DFC-5026-5D12-97AC295747BE}"/>
              </a:ext>
            </a:extLst>
          </p:cNvPr>
          <p:cNvSpPr txBox="1"/>
          <p:nvPr/>
        </p:nvSpPr>
        <p:spPr>
          <a:xfrm>
            <a:off x="1546622" y="1831926"/>
            <a:ext cx="6093618" cy="4094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Applications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GPS navigation systems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Google Maps-like route planning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Computer network routing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Delivery and logistics optimization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Robot path planning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Emergency vehicle routing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Public transportation route planning</a:t>
            </a:r>
          </a:p>
        </p:txBody>
      </p:sp>
    </p:spTree>
    <p:extLst>
      <p:ext uri="{BB962C8B-B14F-4D97-AF65-F5344CB8AC3E}">
        <p14:creationId xmlns:p14="http://schemas.microsoft.com/office/powerpoint/2010/main" val="33819347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172D826-4AB0-49D8-1244-CD95DB8DDEED}"/>
              </a:ext>
            </a:extLst>
          </p:cNvPr>
          <p:cNvSpPr txBox="1"/>
          <p:nvPr/>
        </p:nvSpPr>
        <p:spPr>
          <a:xfrm>
            <a:off x="2732485" y="546230"/>
            <a:ext cx="60936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1F5F8DB5-B6BA-73F0-73CB-76451460DA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818" b="11266"/>
          <a:stretch>
            <a:fillRect/>
          </a:stretch>
        </p:blipFill>
        <p:spPr bwMode="auto">
          <a:xfrm>
            <a:off x="592666" y="407459"/>
            <a:ext cx="698500" cy="659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60867B49-5FF5-C39A-6031-CAE7165302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91" r="33610"/>
          <a:stretch>
            <a:fillRect/>
          </a:stretch>
        </p:blipFill>
        <p:spPr bwMode="auto">
          <a:xfrm>
            <a:off x="10900833" y="335757"/>
            <a:ext cx="905933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815014A6-FD16-1253-BD64-9086A71CB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4958" y="1739090"/>
            <a:ext cx="9655657" cy="4094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project applies Dijkstra's Algorithm to a navigation problem.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road network is modeled as a weighted graph.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Dijkstra determines the shortest path between locations.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Edge relaxation helps update better routes.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Path reconstruction generates the actual navigation route.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Complexity analysis demonstrates the efficiency of the solution.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project demonstrates a practical application of a fundamental DAA algorithm. </a:t>
            </a:r>
          </a:p>
        </p:txBody>
      </p:sp>
    </p:spTree>
    <p:extLst>
      <p:ext uri="{BB962C8B-B14F-4D97-AF65-F5344CB8AC3E}">
        <p14:creationId xmlns:p14="http://schemas.microsoft.com/office/powerpoint/2010/main" val="33215493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Thank you slide Vectors - Download Free High-Quality Vectors ...">
            <a:extLst>
              <a:ext uri="{FF2B5EF4-FFF2-40B4-BE49-F238E27FC236}">
                <a16:creationId xmlns:a16="http://schemas.microsoft.com/office/drawing/2014/main" id="{98996254-0723-BED6-2717-266D41B262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" y="297180"/>
            <a:ext cx="10149840" cy="6263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61067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778</Words>
  <Application>Microsoft Office PowerPoint</Application>
  <PresentationFormat>Widescreen</PresentationFormat>
  <Paragraphs>102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 NANDINI CHENNAM</dc:creator>
  <cp:lastModifiedBy>SAI NANDINI CHENNAM</cp:lastModifiedBy>
  <cp:revision>1</cp:revision>
  <dcterms:created xsi:type="dcterms:W3CDTF">2026-08-29T04:53:46Z</dcterms:created>
  <dcterms:modified xsi:type="dcterms:W3CDTF">2026-08-29T04:58:15Z</dcterms:modified>
</cp:coreProperties>
</file>